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98" r:id="rId3"/>
    <p:sldId id="281" r:id="rId4"/>
    <p:sldId id="290" r:id="rId5"/>
    <p:sldId id="299" r:id="rId6"/>
    <p:sldId id="293" r:id="rId7"/>
    <p:sldId id="294" r:id="rId8"/>
    <p:sldId id="297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213C64C-E1A4-E17F-1F28-B64B20CDE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059559"/>
            <a:ext cx="10363200" cy="1470025"/>
          </a:xfrm>
        </p:spPr>
        <p:txBody>
          <a:bodyPr/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S.E.E – Smart Environment Explorer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8DCAE9-B005-8CB5-755C-77C65D0E0CF8}"/>
              </a:ext>
            </a:extLst>
          </p:cNvPr>
          <p:cNvSpPr txBox="1"/>
          <p:nvPr/>
        </p:nvSpPr>
        <p:spPr>
          <a:xfrm>
            <a:off x="2739536" y="3419856"/>
            <a:ext cx="6315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Janagiraman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Aakash, Kishore, Viswanth, Sri Kabilan,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Manogaran</a:t>
            </a:r>
            <a:br>
              <a:rPr lang="en-US" dirty="0">
                <a:latin typeface="Calisto MT" panose="02040603050505030304" pitchFamily="18" charset="0"/>
              </a:rPr>
            </a:br>
            <a:endParaRPr lang="en-IN" dirty="0">
              <a:latin typeface="Calisto MT" panose="0204060305050503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D3EF88-E123-0498-4AD4-95D6A47EE707}"/>
              </a:ext>
            </a:extLst>
          </p:cNvPr>
          <p:cNvSpPr txBox="1"/>
          <p:nvPr/>
        </p:nvSpPr>
        <p:spPr>
          <a:xfrm>
            <a:off x="59509" y="84966"/>
            <a:ext cx="1018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Bodoni MT Poster Compressed" panose="02070706080601050204" pitchFamily="18" charset="0"/>
              </a:rPr>
              <a:t>maskVJ</a:t>
            </a:r>
            <a:endParaRPr lang="en-IN" sz="3200" dirty="0">
              <a:latin typeface="Bodoni MT Poster Compressed" panose="0207070608060105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275E1-18DE-7543-DD70-97AAEF17A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PROBLEM STATEMENT &amp; SOLUTION</a:t>
            </a:r>
            <a:endParaRPr lang="en-IN" sz="36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B095F-41C8-862A-4CC1-BD8912AB4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408" y="1188024"/>
            <a:ext cx="10972800" cy="503078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We Are Solving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• Traditional white canes detect only ground-level obstacles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• Cannot detect hanging objects, stairs, people, or signboards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• No information about what the object is or how far it is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• Real-time object detection using AI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• Distance estimation to warn users early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• Audio feedback in local language (Tamil)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• Works using devices users already own (Smartphones)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2D49D-E80A-CDD2-D9F4-8175714B8066}"/>
              </a:ext>
            </a:extLst>
          </p:cNvPr>
          <p:cNvSpPr txBox="1"/>
          <p:nvPr/>
        </p:nvSpPr>
        <p:spPr>
          <a:xfrm>
            <a:off x="69342" y="94798"/>
            <a:ext cx="1018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Bodoni MT Poster Compressed" panose="02070706080601050204" pitchFamily="18" charset="0"/>
              </a:rPr>
              <a:t>maskVJ</a:t>
            </a:r>
            <a:endParaRPr lang="en-IN" sz="3200" dirty="0">
              <a:latin typeface="Bodoni MT Poster Compressed" panose="02070706080601050204" pitchFamily="18" charset="0"/>
            </a:endParaRPr>
          </a:p>
        </p:txBody>
      </p:sp>
      <p:pic>
        <p:nvPicPr>
          <p:cNvPr id="1026" name="Picture 2" descr="Chart: Vision Loss Predicted to Surge 55% by 2050 | Statista">
            <a:extLst>
              <a:ext uri="{FF2B5EF4-FFF2-40B4-BE49-F238E27FC236}">
                <a16:creationId xmlns:a16="http://schemas.microsoft.com/office/drawing/2014/main" id="{099E6C12-8987-04D7-7A63-71F15FD61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768" y="1095375"/>
            <a:ext cx="4687824" cy="468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654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22266" y="-35540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i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i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WHAT IS S.E.E?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959C5D-F9D4-B82A-8781-7219E709B002}"/>
              </a:ext>
            </a:extLst>
          </p:cNvPr>
          <p:cNvSpPr txBox="1"/>
          <p:nvPr/>
        </p:nvSpPr>
        <p:spPr>
          <a:xfrm>
            <a:off x="69342" y="94798"/>
            <a:ext cx="1018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Bodoni MT Poster Compressed" panose="02070706080601050204" pitchFamily="18" charset="0"/>
              </a:rPr>
              <a:t>maskVJ</a:t>
            </a:r>
            <a:endParaRPr lang="en-IN" sz="3200" dirty="0">
              <a:latin typeface="Bodoni MT Poster Compressed" panose="0207070608060105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48562-79B4-C79F-CF99-3A93570C1D57}"/>
              </a:ext>
            </a:extLst>
          </p:cNvPr>
          <p:cNvSpPr txBox="1"/>
          <p:nvPr/>
        </p:nvSpPr>
        <p:spPr>
          <a:xfrm>
            <a:off x="2647907" y="775292"/>
            <a:ext cx="7204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Monotype Corsiva" panose="03010101010201010101" pitchFamily="66" charset="0"/>
                <a:cs typeface="Times New Roman" panose="02020603050405020304" pitchFamily="18" charset="0"/>
              </a:rPr>
              <a:t>“Giving independence back to the visually impaired, one frame at a time”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ED47E7-12DA-33B2-EC82-408A822E1C51}"/>
              </a:ext>
            </a:extLst>
          </p:cNvPr>
          <p:cNvSpPr txBox="1"/>
          <p:nvPr/>
        </p:nvSpPr>
        <p:spPr>
          <a:xfrm>
            <a:off x="661534" y="1675430"/>
            <a:ext cx="10494264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S.E.E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 assistant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for visually impaired people using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smartphone-based solution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expensive smart glasses, the user wears a phone around the neck with the camera facing forward.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detects obstacles and objects and provides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guidance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“Chair, 2 meters ahead”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“Stairs detected, stop”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This acts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Eye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users navigate independently and safely.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i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06555" y="1169361"/>
            <a:ext cx="9385300" cy="5115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(Client–Server Model):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Eye (Client):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Android Smartphone.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Camera streams video using IP Webcam / Mobile App.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Brain (Server):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Laptop running Python.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YOLOv8 model for object detection.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OpenCV for video frame processing.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Voice (Feedback):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Text-to-Speech engine.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Audio output via earphones.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D83E3-0D27-612D-1D13-2774FE606E80}"/>
              </a:ext>
            </a:extLst>
          </p:cNvPr>
          <p:cNvSpPr txBox="1"/>
          <p:nvPr/>
        </p:nvSpPr>
        <p:spPr>
          <a:xfrm>
            <a:off x="69342" y="94798"/>
            <a:ext cx="1018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Bodoni MT Poster Compressed" panose="02070706080601050204" pitchFamily="18" charset="0"/>
              </a:rPr>
              <a:t>maskVJ</a:t>
            </a:r>
            <a:endParaRPr lang="en-IN" sz="3200" dirty="0">
              <a:latin typeface="Bodoni MT Poster Compressed" panose="020707060806010502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3B02F7-71D6-FC42-9294-E7563F0EF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211" y="1178005"/>
            <a:ext cx="5522061" cy="49558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09C1-2DFC-249F-C22C-1813E409E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39" y="-130530"/>
            <a:ext cx="10972800" cy="1143000"/>
          </a:xfrm>
        </p:spPr>
        <p:txBody>
          <a:bodyPr/>
          <a:lstStyle/>
          <a:p>
            <a:r>
              <a:rPr lang="en-IN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&amp; INNOVATION</a:t>
            </a:r>
            <a:endParaRPr lang="en-IN" sz="3600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7829A-1642-A13C-239C-994501FEC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3656" y="1211671"/>
            <a:ext cx="10972800" cy="525293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1: Intelligent Distance Estimation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Calculates depth using bounding box size.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Alerts based on distance.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“Person very close – Stop!”.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2: Local Language Support (Tamil)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Spoken guidance in Tamil.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Example: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Munnadi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Naarkali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Irukku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emotional connection &amp; usability.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3: Low-Light Detection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poor lighting conditions.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Automatically suggests or activates flashlight.</a:t>
            </a:r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AE537C-EE4D-9AAE-A001-8D35D29C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13651" y="6082844"/>
            <a:ext cx="268749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.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8BE6D9-E1EE-D0CC-A2D3-ABC7114F5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67A280-25B2-7F9E-5F37-4916D06D56E8}"/>
              </a:ext>
            </a:extLst>
          </p:cNvPr>
          <p:cNvSpPr txBox="1"/>
          <p:nvPr/>
        </p:nvSpPr>
        <p:spPr>
          <a:xfrm>
            <a:off x="69342" y="94798"/>
            <a:ext cx="1018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Bodoni MT Poster Compressed" panose="02070706080601050204" pitchFamily="18" charset="0"/>
              </a:rPr>
              <a:t>maskVJ</a:t>
            </a:r>
            <a:endParaRPr lang="en-IN" sz="3200" dirty="0">
              <a:latin typeface="Bodoni MT Poster Compressed" panose="0207070608060105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2B961B-73AC-F5DE-80DB-69FC9EDA4D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1" t="13707" r="81044" b="158"/>
          <a:stretch>
            <a:fillRect/>
          </a:stretch>
        </p:blipFill>
        <p:spPr>
          <a:xfrm>
            <a:off x="978781" y="1324942"/>
            <a:ext cx="1856791" cy="460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68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i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088136" y="1308548"/>
            <a:ext cx="10127226" cy="4653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Feasibility 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 AI, Computer Vision, TTS already proven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 Uses existing smartphones (Low cost)                 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Feasibility: High acceptance for assistive technologies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Risks 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delay in real-time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Low-light accuracy issues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consumption</a:t>
            </a:r>
          </a:p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0D04CA-932A-4936-C9BD-1DC84038B65B}"/>
              </a:ext>
            </a:extLst>
          </p:cNvPr>
          <p:cNvSpPr txBox="1"/>
          <p:nvPr/>
        </p:nvSpPr>
        <p:spPr>
          <a:xfrm>
            <a:off x="69342" y="94798"/>
            <a:ext cx="1018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Bodoni MT Poster Compressed" panose="02070706080601050204" pitchFamily="18" charset="0"/>
              </a:rPr>
              <a:t>maskVJ</a:t>
            </a:r>
            <a:endParaRPr lang="en-IN" sz="3200" dirty="0">
              <a:latin typeface="Bodoni MT Poster Compressed" panose="0207070608060105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B756E1-63EE-EBB2-2D2E-BFA64CEA99F4}"/>
              </a:ext>
            </a:extLst>
          </p:cNvPr>
          <p:cNvSpPr txBox="1"/>
          <p:nvPr/>
        </p:nvSpPr>
        <p:spPr>
          <a:xfrm>
            <a:off x="6151749" y="3635371"/>
            <a:ext cx="3355599" cy="18896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to Overcome 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optimization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Low-light enhancement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frame processing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i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89961" y="938580"/>
            <a:ext cx="5957727" cy="5576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 on target audience 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independence for visually impaired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dependency on others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safety in daily navigation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 in public movement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the solution 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alternative to smart glasses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intelligent guidance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Language-inclusive design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future-ready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34ABB-813A-C353-30B9-B08E99AD84E4}"/>
              </a:ext>
            </a:extLst>
          </p:cNvPr>
          <p:cNvSpPr txBox="1"/>
          <p:nvPr/>
        </p:nvSpPr>
        <p:spPr>
          <a:xfrm>
            <a:off x="69342" y="94798"/>
            <a:ext cx="1018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Bodoni MT Poster Compressed" panose="02070706080601050204" pitchFamily="18" charset="0"/>
              </a:rPr>
              <a:t>maskVJ</a:t>
            </a:r>
            <a:endParaRPr lang="en-IN" sz="3200" dirty="0">
              <a:latin typeface="Bodoni MT Poster Compressed" panose="02070706080601050204" pitchFamily="18" charset="0"/>
            </a:endParaRPr>
          </a:p>
        </p:txBody>
      </p:sp>
      <p:sp>
        <p:nvSpPr>
          <p:cNvPr id="9" name="AutoShape 2" descr="Assistive Technologies for Visually Impaired Market Forecast 2035">
            <a:extLst>
              <a:ext uri="{FF2B5EF4-FFF2-40B4-BE49-F238E27FC236}">
                <a16:creationId xmlns:a16="http://schemas.microsoft.com/office/drawing/2014/main" id="{8F54F59E-149F-567A-6942-E948743678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737360" cy="173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AutoShape 4" descr="Assistive Technologies for Visually Impaired Market Forecast 2035">
            <a:extLst>
              <a:ext uri="{FF2B5EF4-FFF2-40B4-BE49-F238E27FC236}">
                <a16:creationId xmlns:a16="http://schemas.microsoft.com/office/drawing/2014/main" id="{52CF8FFE-1BFD-D47A-69C2-BCC011192A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66522" y="3207362"/>
            <a:ext cx="304800" cy="14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6" descr="Assistive Technologies for Visually Impaired Market Forecast 2035">
            <a:extLst>
              <a:ext uri="{FF2B5EF4-FFF2-40B4-BE49-F238E27FC236}">
                <a16:creationId xmlns:a16="http://schemas.microsoft.com/office/drawing/2014/main" id="{64E65113-3393-1F41-F340-4B96473B30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63640" y="309187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877F51-E48C-D6E5-9A39-B08B9F61A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528" y="2529477"/>
            <a:ext cx="6129219" cy="3620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90729" y="262080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3C817B-9B71-CBE4-FA82-4AF627EE0A97}"/>
              </a:ext>
            </a:extLst>
          </p:cNvPr>
          <p:cNvSpPr txBox="1"/>
          <p:nvPr/>
        </p:nvSpPr>
        <p:spPr>
          <a:xfrm>
            <a:off x="997975" y="1252801"/>
            <a:ext cx="8546282" cy="3076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fusing real-time safety with Generative AI understanding, S.E.E turns the common smartphone into a powerful 'Third Eye.’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is the future of accessible tech: affordable, intelligent, and truly life-changing.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giving us this opportunity.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9BBA7-C4CA-BF41-B802-6B337B1550CC}"/>
              </a:ext>
            </a:extLst>
          </p:cNvPr>
          <p:cNvSpPr txBox="1"/>
          <p:nvPr/>
        </p:nvSpPr>
        <p:spPr>
          <a:xfrm>
            <a:off x="3574892" y="5880632"/>
            <a:ext cx="50422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“S.E.E is not just technology, it is empowerment.”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988ECE-0EBF-3EE6-D7BB-C7D51CA4B343}"/>
              </a:ext>
            </a:extLst>
          </p:cNvPr>
          <p:cNvSpPr txBox="1"/>
          <p:nvPr/>
        </p:nvSpPr>
        <p:spPr>
          <a:xfrm>
            <a:off x="69342" y="94798"/>
            <a:ext cx="1018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Bodoni MT Poster Compressed" panose="02070706080601050204" pitchFamily="18" charset="0"/>
              </a:rPr>
              <a:t>maskVJ</a:t>
            </a:r>
            <a:endParaRPr lang="en-IN" sz="3200" dirty="0">
              <a:latin typeface="Bodoni MT Poster Compressed" panose="0207070608060105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7662</TotalTime>
  <Words>602</Words>
  <Application>Microsoft Office PowerPoint</Application>
  <PresentationFormat>Widescreen</PresentationFormat>
  <Paragraphs>79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ＭＳ Ｐゴシック</vt:lpstr>
      <vt:lpstr>Arial</vt:lpstr>
      <vt:lpstr>Bodoni MT Poster Compressed</vt:lpstr>
      <vt:lpstr>Calibri</vt:lpstr>
      <vt:lpstr>Calisto MT</vt:lpstr>
      <vt:lpstr>Microsoft Himalaya</vt:lpstr>
      <vt:lpstr>Monotype Corsiva</vt:lpstr>
      <vt:lpstr>Times New Roman</vt:lpstr>
      <vt:lpstr>TradeGothic</vt:lpstr>
      <vt:lpstr>Office Theme</vt:lpstr>
      <vt:lpstr> S.E.E – Smart Environment Explorer </vt:lpstr>
      <vt:lpstr>PROBLEM STATEMENT &amp; SOLUTION</vt:lpstr>
      <vt:lpstr> WHAT IS S.E.E?</vt:lpstr>
      <vt:lpstr>TECHNICAL APPROACH</vt:lpstr>
      <vt:lpstr>KEY FEATURES &amp; INNOVATION</vt:lpstr>
      <vt:lpstr>FEASIBILITY AND VIABILITY</vt:lpstr>
      <vt:lpstr>IMPACT AND BENEFITS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kishorer1232005@gmail.com</cp:lastModifiedBy>
  <cp:revision>163</cp:revision>
  <dcterms:created xsi:type="dcterms:W3CDTF">2013-12-12T18:46:50Z</dcterms:created>
  <dcterms:modified xsi:type="dcterms:W3CDTF">2026-01-06T20:23:58Z</dcterms:modified>
  <cp:category/>
</cp:coreProperties>
</file>